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54FA68-B7AB-4299-BF0A-B05515AE55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AA1E94-4231-44B5-9080-18E557565EA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AAAAA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LibreOffice/24.8.1.2$Linux_AARCH64 LibreOffice_project/87fa9aec1a63e70835390b81c40bb8993f1d4ff6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2025-05-05T14:45:38Z</dcterms:created>
  <dc:creator/>
  <dc:description/>
  <dc:language>en-US</dc:language>
  <cp:lastModifiedBy/>
  <dcterms:modified xsi:type="dcterms:W3CDTF">2025-05-05T14:48:52Z</dcterms:modified>
  <cp:revision>3</cp:revision>
  <dc:subject/>
  <dc:title/>
</cp:coreProperties>
</file>