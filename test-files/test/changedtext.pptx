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D12886-870F-4749-9294-A6DD67A340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232D76-405F-4D78-B10D-5F17EA6CEB1E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AAAAA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AAAAAAAAAAAAAAAAAAAAAAAAAAAAAAAAAAAAAAAAAAAAAAAAAAAAAAAAAAAAAAAAAAAAAAAAAAAAAAAAAAAAAAAAAAAAAAAAAAAAAAAAAAAAAAAAAAAAAAAAAAAAAAAAAAAAAAAAAAAAAAAAAAAAAAAAAAAAAAAAAAAAAAAAAAAAAAAAAAAAAAAAAAAAAAAAAAAAAAAAAAAAAAAAAAAAAAAAAAAAAAAAAAAAAAAAAAAAAAAAAAAAAAAAAAAAAAAAAAAAAAAAAAAAAA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AAAAAA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LibreOffice/24.8.1.2$Linux_AARCH64 LibreOffice_project/87fa9aec1a63e70835390b81c40bb8993f1d4ff6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2025-05-05T14:45:38Z</dcterms:created>
  <dc:creator/>
  <dc:description/>
  <dc:language>en-US</dc:language>
  <cp:lastModifiedBy/>
  <dcterms:modified xsi:type="dcterms:W3CDTF">2025-05-05T14:59:08Z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